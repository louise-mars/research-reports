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0" y="1371600"/>
            <a:ext cx="27432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828800" y="1508760"/>
            <a:ext cx="27432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828800" y="1645920"/>
            <a:ext cx="27432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1828800" y="1783080"/>
            <a:ext cx="27432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-1828800" y="1920240"/>
            <a:ext cx="27432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AI转型成功案例深度研究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FFFF"/>
                </a:solidFill>
              </a:defRPr>
            </a:pPr>
            <a:r>
              <a:t>2024–2026 | 电信 · 制造业 · 金融服务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495" y="6126480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60175" y="6199632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85855" y="6272784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11535" y="6345936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37215" y="6419088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62895" y="6492240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88575" y="6565392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14255" y="6638544"/>
            <a:ext cx="137160" cy="13716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[Star] 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核心发现：人机协同是最佳ROI路径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AI转型的成败不取决于技术选型，而取决于组织是否完成了「从工具采用到能力重塑」的跨越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三大案例均证实：最佳ROI来自「AI筛选+人类专家判断」人机协同模式，而非纯自动化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2025年全球企业AI投资超过 $3200亿，73%的《财富》500强已设立专职AI领导岗位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AI-First企业效率提升 40-60%，Late Adopters仅为 12-18%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Late Adopters到2027年实施成本将高出 2.5倍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[Chart] 全球AI投资规模（2026）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AI差距正在加速扩大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2025年全球企业AI投资：超过 $3200亿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73% 的《财富》500强已设立专职AI领导岗位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AI-First企业效率提升：40-60%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Late Adopters 效率提升：仅 12-18%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Late Adopters 到2027年实施成本将高出 2.5倍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[Star] 三大行业AI投资分布（2025）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制造业 | $780亿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燃气轮机质检、预测性维护、数字孪生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金融服务 | $650亿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反欺诈、风险建模、客户智能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电信 | $520亿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网络优化、AI-RAN、边缘推理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[Signal] 电信旗舰案例：NVIDIA × Marvell AI-RAN联盟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来源：nvidianews.nvidia.com，2026年3月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传统RAN架构无法高效运行AI推理负载，网络能耗占运营商总能耗 40%+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AIaaS市场预计2026年达 $500亿TAM，运营商存在巨大机会窗口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NVIDIA Aerial AI-RAN软件栈：每个基站同时运行传统无线协议和AI推理任务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Marvell定制化XPUs + 光互连技术接入NVIDIA AI工厂生态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BlueField-3 DPU：CPU负担降低 30%；Spectrum-X交换机：AI数据中心级网络吞吐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每基站AI推理吞吐量：0 → 1 PetaOPs/秒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网络切片部署时间：数周 → 数小时（↓90%+）；能耗效率提升 4倍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NVIDIA对Marvell战略投资：$20亿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[Light] NVIDIA × Marvell：关键教训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战略定位：从数据管道 → AI服务提供商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将网络基础设施本身转化为AI工厂，而非仅改造数据中心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5G是AI-RAN的试验场，6G是最终目标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运营商必须从「数据管道」转型为「AI服务提供商」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[Factory] 制造业旗舰案例：Siemens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来源：Siemens Energy 2024年度报告 + CES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传统人工目视检测每台燃气轮机需 40+工时，漏检率约 3-5%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非计划停机每次损失 $100万+，高端工程师资源极度稀缺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AI边缘视觉检测系统：边缘AI相机 + 深度学习CNN模型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Siemens Mendix低代码平台集成，检测报告自动生成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NVIDIA Omniverse数字孪生虚拟仿真训练：12个月 → 6个月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单台检测工时：40+小时 → 4-6小时（↓85%）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非计划停机时间减少 70%；缺陷检出率：95% → 99.6%（↑4.6pp）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年度维护成本节省 $2.3亿（↓~15%）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[Light] Siemens Energy：关键教训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数据质量是AI落地的地基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数字孪生 + 边缘AI = 训练速度翻倍，精度前所未有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数据质量是地基——早期失败源于训练数据噪声，花了18个月清洗数据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[Card] 金融服务业旗舰案例：Mastercard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来源：Mastercard Q4 2024财报电话会议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全球每年欺诈损失 $3430亿，传统规则引擎识别新攻击模式滞后 72小时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Mastercard Decision Intelligence (DDI) 2.0：实时AI反欺诈决策引擎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深层神经网络（DNN）分析 200+ 实时特征（金额、商户、地点、设备指纹等）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迁移学习将一地区欺诈模式快速迁移至新市场：发现到部署 &lt;48小时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GenAI辅助欺诈调查摘要生成：每案处理时间 18分钟 → 6分钟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全球欺诈损失避免 $960亿/年（↓28%）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实时决策延迟：300-500ms → &lt;50ms（↑6-10倍）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误报率：1.5% → 0.3%（↓80%）；跨境欺诈识别：72小时 → &lt;2小时（↑36倍）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[Light] Mastercard：关键教训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监管合规是可解释AI的核心驱动力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实时决策 + 可解释AI = 监管审批周期从6个月降至6周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GenAI是增强而非替代——调查员+AI组合比纯AI准确率高 22%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AI投资回报率：1:17（每$1避免$17损失）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[Star] 跨行业对比分析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核心AI技术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Siemens: CNN视觉</a:t>
            </a:r>
            <a:br/>
            <a:r>
              <a:t>Mastercard: DNN+GenAI</a:t>
            </a:r>
            <a:br/>
            <a:r>
              <a:t>NVIDIA: AI-RAN+XPU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最大收益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Siemens: 成本↓85%</a:t>
            </a:r>
            <a:br/>
            <a:r>
              <a:t>Mastercard: 风险规避$960亿</a:t>
            </a:r>
            <a:br/>
            <a:r>
              <a:t>NVIDIA: 新收入AIaaS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AI落地速度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Siemens: 18个月</a:t>
            </a:r>
            <a:br/>
            <a:r>
              <a:t>Mastercard: 6个月</a:t>
            </a:r>
            <a:br/>
            <a:r>
              <a:t>NVIDIA: 2025-2026已部署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监管敏感性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Siemens: 中</a:t>
            </a:r>
            <a:br/>
            <a:r>
              <a:t>Mastercard: 极高</a:t>
            </a:r>
            <a:br/>
            <a:r>
              <a:t>NVIDIA: 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42900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可解释性需求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4348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Siemens: 中</a:t>
            </a:r>
            <a:br/>
            <a:r>
              <a:t>Mastercard: 极高</a:t>
            </a:r>
            <a:br/>
            <a:r>
              <a:t>NVIDIA: 中高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42900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投资回报周期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Siemens: 2-3年</a:t>
            </a:r>
            <a:br/>
            <a:r>
              <a:t>Mastercard: &lt;12个月</a:t>
            </a:r>
            <a:br/>
            <a:r>
              <a:t>NVIDIA: 3-5年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[Star] 跨行业三大成功规律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规律一：边缘优先架构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数据在哪里，就在哪里推理</a:t>
            </a:r>
            <a:br/>
            <a:r>
              <a:t>延迟改善6-10倍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规律二：人机协同设计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纯自动化91% → 人+AI 98.7%</a:t>
            </a:r>
            <a:br/>
            <a:r>
              <a:t>AI增强专家，而非替代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规律三：平台思维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复用而非重建</a:t>
            </a:r>
            <a:br/>
            <a:r>
              <a:t>新用例成本↓40%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[Strategy] 五维战略建议：文化、预算、基础设施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文化变革 + 资源优化 + 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【文化】重新定义「AI替代」为「AI增强」：CEO签署AI伦理宪章，建立AI大使认证体系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【文化】重新定义KPI：用「人机协作效率」替代「岗位替代数」；12个月内采用率目标 85%+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【预算】60/20/15/5分配原则：60%高ROI试点 + 20%平台 + 15%规模化 + 5%前沿探索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【预算】聚焦「高价值、低风险」首批用例ROI是不加筛选的 17倍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【基础设施】混合算力架构：核心推理本地化 + 训练与峰值负载上云（cloud burst）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【基础设施】MLOps标准化 + API优先：新用例上线时间从数周压缩至 &lt;48小时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[Shield] 五维战略建议：数据准备度、风险缓解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数据成熟度评估 + 三层防护机制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【数据】四阶段成熟度评估：L1初始级(12-18月) → L2可重复 → L3已定义(6-12月) → L4已优化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【数据】立即执行：数据血缘图谱(4-8周) + 历史数据质量评估(6-8周) + 数据Owner制度(立即)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【数据】责任到人后质量提升平均 37%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【风险】技术层：模型漂移监控(每周) + A/B测试(5%流量验证) + 对抗样本测试(每季度)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【风险】合规层：AI决策日志留存(≥7年) + XAI可解释模块 + 公平性检测(每季度)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【风险】业务层：Humans-in-the-loop + 降级预案确保AI故障时业务不中断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[Timeline] 18个月转型路线图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从评估承诺到规模化转型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Q2 2026｜评估与承诺：数据成熟度评估 + AI伦理宪章 + 首批用例选定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Q3 2026｜验证：MLOps平台上线 + 第一试点正式启用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Q4 2026｜扩展：扩展至3-5个用例领域 + 首份正式ROI报告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Q1 2027｜加速：混合基础设施完成 + 第二波试点启动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Q2 2027｜转型：全组织AI采用率 &gt;80% + 平台自助服务化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[ROI] 三年价值创造路径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DC"/>
                </a:solidFill>
              </a:defRPr>
            </a:pPr>
            <a:r>
              <a:t>基于Mastercard 1:17 ROI和Siemens 70%停机减少基准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效率提升：第1年 15-20% → 第2年 35-45% → 第3年 50-60%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成本削减：第1年试点节省 → 第2年 2.5×试点 → 第3年 4×试点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新增收入：第2年 1.5×试点 → 第3年 3×试点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• 累计净价值：第1年盈亏平衡 → 第2年 3-4×回报 → 第3年 12-17×回报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[Star] 立即行动：未来30天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第1-2周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安排AI readiness评估工作坊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第2-3周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使用优先筛选矩阵确定3个候选试点领域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第3-4周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锁定执行发起人和预算审批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3657600" cy="2011680"/>
          </a:xfrm>
          <a:prstGeom prst="roundRect">
            <a:avLst/>
          </a:prstGeom>
          <a:solidFill>
            <a:srgbClr val="1E3250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成立AI转型指导委员会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0" y="6400800"/>
            <a:ext cx="73152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让AI成为竞争优势的核心引擎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</a:defRPr>
            </a:pPr>
            <a:r>
              <a:t>数据驱动 · 人机协同 · 平台规模化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